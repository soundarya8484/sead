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85AC1-C490-BA50-0517-C08555B52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E6CC2-372C-28A0-E38C-5549C266E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004CA-2596-4866-7A74-4DDEDA62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0AF2B-CE77-B23C-5061-E9DD0EE9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56EE3-E2DE-C2DA-AE0B-AA0E2683B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2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C597-231E-D463-A913-8D74D565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61986-6757-5981-8CEB-AA9BC8545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411F-B4CA-E953-8C3A-ECF02C16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6B139-BB7F-70F0-08C4-9416780C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0CAE3-BA0D-F9E6-41A4-B610E04A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31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078D-7FEA-1D3A-9A8F-ECB03817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622F-83EF-4459-9523-80AA30EFE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FD9CF-3F61-0022-57C5-791C1C24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56F3B-102D-DC89-9EDD-38A45565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CE47A-1C7D-9EC6-8E38-11D7530B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CD39-B50B-DF3C-2385-7523366E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E2E45-B036-89D5-1E5A-E2DAE1F9C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1AFF-1369-0E17-B3A5-70B144D9D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E367C-09D8-30E6-B414-2832BD4B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84EAB-7B15-F1F3-3B05-174AB18D6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D9DBA-18FE-A7AE-CB8B-009BB739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23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3E4E-25D1-672B-4310-22672AE9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CF65D-A9AD-FF72-03A8-9FF00DB28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16CCC-3548-B399-2C49-AC2E5223C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3DAA9-FDAE-3726-ED6D-82D68515A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7E67E-B513-A23D-84EE-7ECC5B520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71CA6-7493-047D-DC3E-C06A758D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924090-B4E0-B620-465F-75D900CC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7656B-1AD2-0E24-A67B-ED1D70BE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0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A9B7-10F3-58E2-E6A6-540243B0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62A4A-BE40-17ED-7FFC-8928198FC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DA47E-2F42-50FC-B0D8-3F730005B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8F0CA-295C-CBD4-D816-E41A3AB8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8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BB55A-6BFB-B02D-8339-04A65EA6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BA27B-5003-7D44-87BB-2A870D83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A10F2-C62E-58C0-7987-F0100874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66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33F5-E02C-4EAC-C957-53EC4523B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4B119-E912-484C-F53B-10888CD6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AB887-B8A6-24B0-DDAE-3BF6ECB2D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0D3F9-24F8-0909-D7CD-D4FA2693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C6F67-4B1C-E7BC-20AD-CD70A11F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567F2-6BF0-A3CD-86AD-39A42AB6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3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4B2B-7E50-959F-9BC4-35E32F6E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003B4-5A85-C364-53BB-9F65D3E60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0676B-D2F3-4253-1A95-89FB3E653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99094-A3F7-33AD-8342-25D10C9F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E4538-E662-B6D1-E092-6AB7DADE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1DB6-EC53-CBBD-6530-33B84335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433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0BA9-37CF-0655-03B5-C0CD08D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B273B-5185-B4B6-5757-F67A698C7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7E811-39E2-1872-B43B-D15A82CA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2C20-1489-D12A-D6EB-C48B4793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EAC8-9AAA-013B-4EE9-6AEEAA72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4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9C33D-E8DE-60BC-0ADB-254FF818D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1FD9-C6D7-6252-DCAE-25927A21F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6945-894D-B210-2897-109FDEDF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2DBB-C0F0-EDA1-7B55-7C493689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1F902-95D3-E829-7E49-DCD498A1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8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02C0D-653C-CFEF-67A1-5A4E9EC9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50EA9-C1A5-5BB9-9554-96C083136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95CED-C957-7E7C-486E-20B8B7A0A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7B07F-0B26-4924-9855-4DD0A7DC3A35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A618-C396-0A4D-BB40-6307C264A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26094-F178-0D2E-CE2E-27CD5BD45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03974-FA90-4DBE-8A8A-C3068FCC1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39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3AD4-FE5C-567A-D64C-ED5F5C72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B8AFECCC-4C6E-0797-48FF-EB9B11245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1" y="1985556"/>
            <a:ext cx="11369876" cy="4167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250065-F024-57F4-517D-8B0A6F013AD9}"/>
              </a:ext>
            </a:extLst>
          </p:cNvPr>
          <p:cNvSpPr txBox="1"/>
          <p:nvPr/>
        </p:nvSpPr>
        <p:spPr>
          <a:xfrm>
            <a:off x="514480" y="555409"/>
            <a:ext cx="11013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65896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3419-D5A2-DF98-0C35-9772EE08F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881" y="287383"/>
            <a:ext cx="5816237" cy="68185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A88B5-CF4B-B714-B58B-319943DCD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010" y="969237"/>
            <a:ext cx="10787743" cy="165576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200000"/>
              </a:lnSpc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Any modern CPU (e.g., Intel Core i3 or equivalent).</a:t>
            </a:r>
          </a:p>
          <a:p>
            <a:pPr algn="just">
              <a:lnSpc>
                <a:spcPct val="20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4GB or more is recommended for a smooth experience within the browser.</a:t>
            </a:r>
          </a:p>
          <a:p>
            <a:pPr algn="just">
              <a:lnSpc>
                <a:spcPct val="20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Minimal, as the application runs from the web and does not require local storage.</a:t>
            </a:r>
          </a:p>
          <a:p>
            <a:pPr algn="just">
              <a:lnSpc>
                <a:spcPct val="20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Connection: A stable broadband connection is essential for accessing the website and its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10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1C8D1-63D9-3A55-E075-6C6A4288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8095E-5268-B35D-8C96-C26104E06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180" y="154045"/>
            <a:ext cx="10909640" cy="1368614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48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1BCDE-E9D5-A08E-D478-0A4A7D8B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1583292"/>
            <a:ext cx="4923597" cy="4665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53C8C-229E-7F38-5B35-E9B8B553F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8" y="1583293"/>
            <a:ext cx="5980907" cy="466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1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1516B07E-4BC7-7471-AC9F-2197688B1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18" y="1095923"/>
            <a:ext cx="7836896" cy="5554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C518E-2F6B-10A1-5B93-9DDC23334906}"/>
              </a:ext>
            </a:extLst>
          </p:cNvPr>
          <p:cNvSpPr txBox="1"/>
          <p:nvPr/>
        </p:nvSpPr>
        <p:spPr>
          <a:xfrm>
            <a:off x="3902528" y="331317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Our Project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0826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79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Hardware Requirements</vt:lpstr>
      <vt:lpstr>Software Requirements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S RAJANAL</dc:creator>
  <cp:lastModifiedBy>SHASHANK S RAJANAL</cp:lastModifiedBy>
  <cp:revision>1</cp:revision>
  <dcterms:created xsi:type="dcterms:W3CDTF">2025-12-17T06:03:55Z</dcterms:created>
  <dcterms:modified xsi:type="dcterms:W3CDTF">2025-12-17T06:21:34Z</dcterms:modified>
</cp:coreProperties>
</file>